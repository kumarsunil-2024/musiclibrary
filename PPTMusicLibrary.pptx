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63" r:id="rId3"/>
    <p:sldId id="262" r:id="rId4"/>
    <p:sldId id="258" r:id="rId5"/>
    <p:sldId id="259" r:id="rId6"/>
    <p:sldId id="261" r:id="rId7"/>
    <p:sldId id="266" r:id="rId8"/>
    <p:sldId id="270" r:id="rId9"/>
    <p:sldId id="268" r:id="rId10"/>
    <p:sldId id="265" r:id="rId11"/>
    <p:sldId id="276" r:id="rId12"/>
    <p:sldId id="272" r:id="rId13"/>
    <p:sldId id="273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85C6-AB3F-4A20-86F7-8170318968B5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D0EA-FC45-4C6F-B199-3E96A7AD73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430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85C6-AB3F-4A20-86F7-8170318968B5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D0EA-FC45-4C6F-B199-3E96A7AD73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284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85C6-AB3F-4A20-86F7-8170318968B5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D0EA-FC45-4C6F-B199-3E96A7AD73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610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85C6-AB3F-4A20-86F7-8170318968B5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D0EA-FC45-4C6F-B199-3E96A7AD73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80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85C6-AB3F-4A20-86F7-8170318968B5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D0EA-FC45-4C6F-B199-3E96A7AD73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00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85C6-AB3F-4A20-86F7-8170318968B5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D0EA-FC45-4C6F-B199-3E96A7AD73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091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85C6-AB3F-4A20-86F7-8170318968B5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D0EA-FC45-4C6F-B199-3E96A7AD73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38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85C6-AB3F-4A20-86F7-8170318968B5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D0EA-FC45-4C6F-B199-3E96A7AD73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96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85C6-AB3F-4A20-86F7-8170318968B5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D0EA-FC45-4C6F-B199-3E96A7AD73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735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85C6-AB3F-4A20-86F7-8170318968B5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D0EA-FC45-4C6F-B199-3E96A7AD73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41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85C6-AB3F-4A20-86F7-8170318968B5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D0EA-FC45-4C6F-B199-3E96A7AD73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715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085C6-AB3F-4A20-86F7-8170318968B5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5D0EA-FC45-4C6F-B199-3E96A7AD73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10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WIPRO NGA Program </a:t>
            </a:r>
            <a:r>
              <a:rPr lang="en-GB" sz="2800" dirty="0" smtClean="0">
                <a:solidFill>
                  <a:schemeClr val="bg1"/>
                </a:solidFill>
              </a:rPr>
              <a:t>– MERN – FY27 – C1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Capstone Project Presentation - </a:t>
            </a:r>
            <a:r>
              <a:rPr lang="en-GB" sz="2400" dirty="0" smtClean="0">
                <a:solidFill>
                  <a:schemeClr val="bg1"/>
                </a:solidFill>
              </a:rPr>
              <a:t>12th June 2026</a:t>
            </a:r>
          </a:p>
          <a:p>
            <a:pPr marL="0" indent="0">
              <a:buNone/>
            </a:pPr>
            <a:endParaRPr lang="en-GB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Project Title Here </a:t>
            </a:r>
            <a:r>
              <a:rPr lang="en-GB" sz="2400" dirty="0" smtClean="0">
                <a:solidFill>
                  <a:schemeClr val="bg1"/>
                </a:solidFill>
              </a:rPr>
              <a:t>– Music Library</a:t>
            </a:r>
          </a:p>
          <a:p>
            <a:pPr marL="0" indent="0">
              <a:buNone/>
            </a:pPr>
            <a:endParaRPr lang="en-GB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Presented by </a:t>
            </a:r>
            <a:r>
              <a:rPr lang="en-GB" sz="2400" dirty="0" smtClean="0">
                <a:solidFill>
                  <a:schemeClr val="bg1"/>
                </a:solidFill>
              </a:rPr>
              <a:t>– Sunil Kumar</a:t>
            </a:r>
          </a:p>
          <a:p>
            <a:pPr marL="0" indent="0">
              <a:buNone/>
            </a:pPr>
            <a:endParaRPr lang="en-GB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Under the guidance of </a:t>
            </a:r>
            <a:r>
              <a:rPr lang="en-GB" sz="2400" dirty="0" err="1" smtClean="0">
                <a:solidFill>
                  <a:schemeClr val="bg1"/>
                </a:solidFill>
              </a:rPr>
              <a:t>Amisha</a:t>
            </a:r>
            <a:r>
              <a:rPr lang="en-GB" sz="2400" dirty="0">
                <a:solidFill>
                  <a:schemeClr val="bg1"/>
                </a:solidFill>
              </a:rPr>
              <a:t> </a:t>
            </a:r>
            <a:r>
              <a:rPr lang="en-GB" sz="2400" dirty="0" smtClean="0">
                <a:solidFill>
                  <a:schemeClr val="bg1"/>
                </a:solidFill>
              </a:rPr>
              <a:t>Gupta</a:t>
            </a:r>
            <a:endParaRPr lang="en-GB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804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u="sng" dirty="0">
                <a:solidFill>
                  <a:srgbClr val="0187CC"/>
                </a:solidFill>
                <a:ea typeface="Calibri"/>
                <a:cs typeface="Calibri"/>
              </a:rPr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 smtClean="0"/>
              <a:t>Introduce the application as a capstone project showcasing full-stack programming skills. Highlight the dual roles of Admin and User, their respective features, and the sprint-based development plan. Emphasize how the project integrates backend, frontend, and security to deliver a responsive and scalable music management system.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3292074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4000" b="1" u="sng" dirty="0" smtClean="0">
                <a:solidFill>
                  <a:srgbClr val="0187CC"/>
                </a:solidFill>
                <a:ea typeface="Calibri"/>
                <a:cs typeface="Calibri"/>
              </a:rPr>
              <a:t>PROBLEM STATEMENT</a:t>
            </a:r>
            <a:endParaRPr lang="en-US" sz="4000" b="1" u="sng" dirty="0">
              <a:solidFill>
                <a:srgbClr val="0187CC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600" dirty="0"/>
              <a:t>Existing music platforms mainly focus on song streaming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Managing playlists and organizing songs can be difficult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Users need quick search by artist, album, and music director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Admin control for song visibility and notifications is limited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A secure platform is needed with playlist management and role-based access.</a:t>
            </a:r>
            <a:endParaRPr lang="en-GB" sz="2600" dirty="0" smtClean="0"/>
          </a:p>
        </p:txBody>
      </p:sp>
    </p:spTree>
    <p:extLst>
      <p:ext uri="{BB962C8B-B14F-4D97-AF65-F5344CB8AC3E}">
        <p14:creationId xmlns:p14="http://schemas.microsoft.com/office/powerpoint/2010/main" val="1082079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4000" b="1" u="sng" dirty="0">
                <a:solidFill>
                  <a:srgbClr val="0187CC"/>
                </a:solidFill>
                <a:latin typeface="Calibri"/>
                <a:ea typeface="Calibri"/>
                <a:cs typeface="Calibri"/>
              </a:rPr>
              <a:t>PROJECT OBJECTIVE</a:t>
            </a:r>
            <a:endParaRPr lang="en-US" sz="4000" b="1" u="sng" dirty="0">
              <a:solidFill>
                <a:srgbClr val="0187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600" dirty="0" smtClean="0"/>
              <a:t>Develop a secure music library application with JWT-based authentication and role-based access.</a:t>
            </a:r>
          </a:p>
          <a:p>
            <a:r>
              <a:rPr lang="en-GB" sz="2600" dirty="0" smtClean="0"/>
              <a:t>Enable users to search songs by name, artist, album, and music director.</a:t>
            </a:r>
          </a:p>
          <a:p>
            <a:r>
              <a:rPr lang="en-GB" sz="2600" dirty="0" smtClean="0"/>
              <a:t>Provide playlist creation, management, and song organization features.</a:t>
            </a:r>
          </a:p>
          <a:p>
            <a:r>
              <a:rPr lang="en-GB" sz="2600" dirty="0" smtClean="0"/>
              <a:t>Allow admins to manage songs, control visibility, and send notifications.</a:t>
            </a:r>
          </a:p>
          <a:p>
            <a:r>
              <a:rPr lang="en-GB" sz="2600" dirty="0" smtClean="0"/>
              <a:t>Build a scalable, responsive, and user-friendly platform using modern full-stack technologies.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2869774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4000" b="1" u="sng" kern="0" dirty="0" smtClean="0">
                <a:solidFill>
                  <a:srgbClr val="0187CC"/>
                </a:solidFill>
                <a:latin typeface="Calibri"/>
                <a:ea typeface="Calibri"/>
                <a:cs typeface="Calibri"/>
              </a:rPr>
              <a:t>ER</a:t>
            </a:r>
            <a:r>
              <a:rPr lang="en-IN" sz="4000" b="1" u="sng" kern="0" dirty="0" smtClean="0">
                <a:solidFill>
                  <a:srgbClr val="0187C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N" sz="4000" b="1" u="sng" kern="0" dirty="0">
                <a:solidFill>
                  <a:srgbClr val="0187CC"/>
                </a:solidFill>
                <a:latin typeface="Calibri"/>
                <a:ea typeface="Calibri"/>
                <a:cs typeface="Calibri"/>
              </a:rPr>
              <a:t>DIAGRAM</a:t>
            </a:r>
            <a:r>
              <a:rPr lang="en-IN" sz="4000" b="1" u="sng" dirty="0">
                <a:solidFill>
                  <a:srgbClr val="0187CC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42" y="1825624"/>
            <a:ext cx="10492033" cy="4528041"/>
          </a:xfrm>
        </p:spPr>
      </p:pic>
    </p:spTree>
    <p:extLst>
      <p:ext uri="{BB962C8B-B14F-4D97-AF65-F5344CB8AC3E}">
        <p14:creationId xmlns:p14="http://schemas.microsoft.com/office/powerpoint/2010/main" val="1009254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u="sng" dirty="0" smtClean="0">
                <a:solidFill>
                  <a:srgbClr val="0187CC"/>
                </a:solidFill>
                <a:latin typeface="Calibri"/>
                <a:ea typeface="Calibri"/>
                <a:cs typeface="Calibri"/>
              </a:rPr>
              <a:t>PROJECT ARCHITECTURE</a:t>
            </a:r>
            <a:endParaRPr lang="en-GB" sz="4000" b="1" dirty="0">
              <a:solidFill>
                <a:srgbClr val="00B0F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92" y="1825625"/>
            <a:ext cx="9596486" cy="4351338"/>
          </a:xfrm>
        </p:spPr>
      </p:pic>
    </p:spTree>
    <p:extLst>
      <p:ext uri="{BB962C8B-B14F-4D97-AF65-F5344CB8AC3E}">
        <p14:creationId xmlns:p14="http://schemas.microsoft.com/office/powerpoint/2010/main" val="212650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u="sng" kern="0" dirty="0" smtClean="0">
                <a:solidFill>
                  <a:srgbClr val="0187CC"/>
                </a:solidFill>
                <a:latin typeface="Calibri"/>
                <a:ea typeface="Calibri"/>
                <a:cs typeface="Calibri"/>
              </a:rPr>
              <a:t>TECH </a:t>
            </a:r>
            <a:r>
              <a:rPr lang="en-IN" sz="4000" b="1" u="sng" kern="0" dirty="0" smtClean="0">
                <a:solidFill>
                  <a:srgbClr val="0187CC"/>
                </a:solidFill>
                <a:latin typeface="Calibri"/>
                <a:ea typeface="Calibri"/>
                <a:cs typeface="Calibri"/>
              </a:rPr>
              <a:t>STACK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600" dirty="0"/>
              <a:t>React.js builds the interactive user interface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Node.js &amp; Express.js handle backend logic and APIs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MongoDB stores users, songs, and playlists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JWT provides secure authentication and role-based access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Jest &amp; Cypress ensure application reliability through testing.</a:t>
            </a:r>
          </a:p>
        </p:txBody>
      </p:sp>
    </p:spTree>
    <p:extLst>
      <p:ext uri="{BB962C8B-B14F-4D97-AF65-F5344CB8AC3E}">
        <p14:creationId xmlns:p14="http://schemas.microsoft.com/office/powerpoint/2010/main" val="3015771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u="sng" dirty="0" smtClean="0">
                <a:solidFill>
                  <a:srgbClr val="0187CC"/>
                </a:solidFill>
                <a:latin typeface="Calibri"/>
                <a:ea typeface="Calibri"/>
                <a:cs typeface="Calibri"/>
              </a:rPr>
              <a:t>FLOW DIAGRAM</a:t>
            </a:r>
            <a:endParaRPr lang="en-GB" sz="4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42" y="1825624"/>
            <a:ext cx="10124388" cy="4688297"/>
          </a:xfrm>
        </p:spPr>
      </p:pic>
    </p:spTree>
    <p:extLst>
      <p:ext uri="{BB962C8B-B14F-4D97-AF65-F5344CB8AC3E}">
        <p14:creationId xmlns:p14="http://schemas.microsoft.com/office/powerpoint/2010/main" val="3566253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u="sng" dirty="0" smtClean="0">
                <a:solidFill>
                  <a:srgbClr val="0187CC"/>
                </a:solidFill>
                <a:latin typeface="Calibri"/>
                <a:ea typeface="Calibri"/>
                <a:cs typeface="Calibri"/>
              </a:rPr>
              <a:t>USER STORIES 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600" dirty="0"/>
              <a:t>Users can register, log in, and securely access the application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Browse and search songs by name, artist, album, or music director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Create, update, delete, and manage multiple playlists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Add songs to playlists and use play, repeat, stop, and shuffle features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Admins can manage songs, control song visibility, and send notifications about newly added songs.</a:t>
            </a:r>
          </a:p>
        </p:txBody>
      </p:sp>
    </p:spTree>
    <p:extLst>
      <p:ext uri="{BB962C8B-B14F-4D97-AF65-F5344CB8AC3E}">
        <p14:creationId xmlns:p14="http://schemas.microsoft.com/office/powerpoint/2010/main" val="3718677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u="sng" dirty="0" smtClean="0">
                <a:solidFill>
                  <a:srgbClr val="0187CC"/>
                </a:solidFill>
                <a:latin typeface="Calibri"/>
                <a:ea typeface="Calibri"/>
                <a:cs typeface="Calibri"/>
              </a:rPr>
              <a:t>ADMIN </a:t>
            </a:r>
            <a:r>
              <a:rPr lang="en-IN" sz="4000" b="1" u="sng" dirty="0" smtClean="0">
                <a:solidFill>
                  <a:srgbClr val="0187CC"/>
                </a:solidFill>
                <a:latin typeface="Calibri"/>
                <a:ea typeface="Calibri"/>
                <a:cs typeface="Calibri"/>
              </a:rPr>
              <a:t>STORIES</a:t>
            </a:r>
            <a:r>
              <a:rPr lang="en-IN" sz="4000" b="1" u="sng" dirty="0" smtClean="0">
                <a:solidFill>
                  <a:srgbClr val="0187CC"/>
                </a:solidFill>
                <a:latin typeface="Calibri"/>
                <a:ea typeface="Calibri"/>
                <a:cs typeface="Calibri"/>
              </a:rPr>
              <a:t> 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600" dirty="0"/>
              <a:t>Admin can securely log in and access the dashboard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Perform CRUD operations on songs in the library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Control song visibility for users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Send notifications when new songs are added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Manage content efficiently to maintain a better user experience and platform quality.</a:t>
            </a:r>
          </a:p>
        </p:txBody>
      </p:sp>
    </p:spTree>
    <p:extLst>
      <p:ext uri="{BB962C8B-B14F-4D97-AF65-F5344CB8AC3E}">
        <p14:creationId xmlns:p14="http://schemas.microsoft.com/office/powerpoint/2010/main" val="3638646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u="sng" dirty="0" smtClean="0">
                <a:solidFill>
                  <a:srgbClr val="0187CC"/>
                </a:solidFill>
                <a:latin typeface="Calibri"/>
                <a:ea typeface="Calibri"/>
                <a:cs typeface="Calibri"/>
              </a:rPr>
              <a:t>SPRINT PLAN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600" dirty="0"/>
              <a:t>Sprint I: Designed database schema and implemented User/Admin authentication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Sprint II: Developed search functionality, playlist management, and song CRUD operations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Sprint III: Added JWT security, notifications, and frontend-backend integration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Improved responsiveness, testing, and overall application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2739686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u="sng" dirty="0" smtClean="0">
                <a:solidFill>
                  <a:srgbClr val="0187CC"/>
                </a:solidFill>
                <a:latin typeface="Calibri"/>
                <a:ea typeface="Calibri"/>
                <a:cs typeface="Calibri"/>
              </a:rPr>
              <a:t>TESTING &amp; SECURITY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600" dirty="0"/>
              <a:t>Conducted unit testing using Jest and React Testing Library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Performed end-to-end testing with Cypress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Implemented secure JWT-based authentication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Applied role-based access control for Users and Admins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Ensured application reliability, security, and protected routes.</a:t>
            </a:r>
          </a:p>
        </p:txBody>
      </p:sp>
    </p:spTree>
    <p:extLst>
      <p:ext uri="{BB962C8B-B14F-4D97-AF65-F5344CB8AC3E}">
        <p14:creationId xmlns:p14="http://schemas.microsoft.com/office/powerpoint/2010/main" val="1820006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smtClean="0">
                <a:solidFill>
                  <a:srgbClr val="0187CC"/>
                </a:solidFill>
                <a:latin typeface="Calibri"/>
                <a:ea typeface="Calibri"/>
                <a:cs typeface="Calibri"/>
              </a:rPr>
              <a:t>CONCLUSION &amp; FUTURE SCOPE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600" dirty="0"/>
              <a:t>Successfully developed a full-stack Music Library Application using the MERN stack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Implemented secure authentication, song management, search functionality, and playlist CRUD operations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Enabled role-based access for Users and Admins</a:t>
            </a:r>
            <a:r>
              <a:rPr lang="en-GB" sz="2600" dirty="0" smtClean="0"/>
              <a:t>.</a:t>
            </a:r>
          </a:p>
          <a:p>
            <a:r>
              <a:rPr lang="en-GB" sz="2600" dirty="0"/>
              <a:t>Future enhancements include AI-based recommendations, cloud deployment, and social playlist sharing.</a:t>
            </a:r>
          </a:p>
        </p:txBody>
      </p:sp>
    </p:spTree>
    <p:extLst>
      <p:ext uri="{BB962C8B-B14F-4D97-AF65-F5344CB8AC3E}">
        <p14:creationId xmlns:p14="http://schemas.microsoft.com/office/powerpoint/2010/main" val="251576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800" y="820132"/>
            <a:ext cx="7010400" cy="564665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415121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529</Words>
  <Application>Microsoft Office PowerPoint</Application>
  <PresentationFormat>Widescreen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WIPRO NGA Program – MERN – FY27 – C1</vt:lpstr>
      <vt:lpstr>INTRODUCTION </vt:lpstr>
      <vt:lpstr>PROBLEM STATEMENT</vt:lpstr>
      <vt:lpstr>PROJECT OBJECTIVE</vt:lpstr>
      <vt:lpstr>ER DIAGRAM </vt:lpstr>
      <vt:lpstr>PROJECT ARCHITECTURE</vt:lpstr>
      <vt:lpstr>TECH STACK</vt:lpstr>
      <vt:lpstr>FLOW DIAGRAM</vt:lpstr>
      <vt:lpstr>USER STORIES </vt:lpstr>
      <vt:lpstr>ADMIN STORIES </vt:lpstr>
      <vt:lpstr>SPRINT PLAN</vt:lpstr>
      <vt:lpstr>TESTING &amp; SECURITY</vt:lpstr>
      <vt:lpstr>CONCLUSION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sksunilkmr202324@gmail.com</dc:creator>
  <cp:lastModifiedBy>sksunilkmr202324@gmail.com</cp:lastModifiedBy>
  <cp:revision>18</cp:revision>
  <dcterms:created xsi:type="dcterms:W3CDTF">2026-06-11T06:43:13Z</dcterms:created>
  <dcterms:modified xsi:type="dcterms:W3CDTF">2026-06-11T17:39:12Z</dcterms:modified>
</cp:coreProperties>
</file>